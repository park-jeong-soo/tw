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188720"/>
            <a:ext cx="6400800" cy="6400800"/>
          </a:xfrm>
          <a:prstGeom prst="ellipse">
            <a:avLst/>
          </a:prstGeom>
          <a:solidFill>
            <a:srgbClr val="185FA5">
              <a:alpha val="18000"/>
            </a:srgbClr>
          </a:solidFill>
          <a:ln w="12700">
            <a:solidFill>
              <a:srgbClr val="185FA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30175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33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A8"/>
                </a:solidFill>
              </a:rPr>
              <a:t>RESEARCH TOOL  ·  v2.0  ·  FINAL RELEASE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685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AFM Journal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Search Tool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Integrated tool for Manual Introduction writing: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journal search · quality scoring · PDF collection · ZIP export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5156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Presentation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146304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8366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379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 Background &amp;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2199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76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 Standard Writing Process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 Tool Overview (v2)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 Key Features (7)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 Auto Registration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6.  Quality Score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  How to 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  ZIP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9028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544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9.  Next Revision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7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349300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9300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Full workflow from keywords to ZIP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632764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Academic DBs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CrossRef·Scholar·ScienceDirect 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4"/>
          <p:cNvSpPr/>
          <p:nvPr/>
        </p:nvSpPr>
        <p:spPr>
          <a:xfrm>
            <a:off x="349300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7" name="Text 35"/>
          <p:cNvSpPr/>
          <p:nvPr/>
        </p:nvSpPr>
        <p:spPr>
          <a:xfrm>
            <a:off x="349300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ZIP Output Files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9300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JSON·HTML·MD·TXT·PDF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v2</a:t>
            </a:r>
            <a:endParaRPr lang="en-US" sz="5000" dirty="0"/>
          </a:p>
        </p:txBody>
      </p:sp>
      <p:sp>
        <p:nvSpPr>
          <p:cNvPr id="42" name="Text 40"/>
          <p:cNvSpPr/>
          <p:nvPr/>
        </p:nvSpPr>
        <p:spPr>
          <a:xfrm>
            <a:off x="632764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Latest Version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2764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Auto register + PDF collection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Background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Background &amp; Problem Recognition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426464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Inefficient Journal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Researchers use different DBs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with no unified search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standard — time-consuming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26464"/>
            <a:ext cx="493776" cy="4937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No Quality Benchmark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No integrated tool to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simultaneously evaluate IF,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citations, and equation count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426464"/>
            <a:ext cx="493776" cy="4937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6656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3"/>
          <p:cNvSpPr/>
          <p:nvPr/>
        </p:nvSpPr>
        <p:spPr>
          <a:xfrm>
            <a:off x="617220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Repetitive Manual Work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Keyword collection → URL copy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→ journal notes → draft writing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repeated every time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→  AFM Journal Search Tool v2 integrates all these steps into a single HTML file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Standard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AFM Manual Introduction Standard Writing Process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2578608"/>
            <a:ext cx="7406640" cy="5486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258568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971800"/>
            <a:ext cx="1444752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Keyword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Previous manuals +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Park Systems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learning page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59152" y="2258568"/>
            <a:ext cx="640080" cy="64008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359152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39696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2971800"/>
            <a:ext cx="1444752" cy="457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2185416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85416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API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ScienceDirect etc.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41648" y="2258568"/>
            <a:ext cx="640080" cy="64008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22192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2971800"/>
            <a:ext cx="1444752" cy="457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3867912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Selection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67912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Quality score by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IF · citations · eqs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(0–100 pts)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24144" y="2258568"/>
            <a:ext cx="640080" cy="640080"/>
          </a:xfrm>
          <a:prstGeom prst="ellipse">
            <a:avLst/>
          </a:prstGeom>
          <a:solidFill>
            <a:srgbClr val="7B4FA8"/>
          </a:solidFill>
          <a:ln/>
        </p:spPr>
      </p:sp>
      <p:sp>
        <p:nvSpPr>
          <p:cNvPr id="25" name="Text 23"/>
          <p:cNvSpPr/>
          <p:nvPr/>
        </p:nvSpPr>
        <p:spPr>
          <a:xfrm>
            <a:off x="5724144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504688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2971800"/>
            <a:ext cx="1444752" cy="457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550408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Draft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Physics equation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focused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user perspective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258568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187184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87184" y="2971800"/>
            <a:ext cx="144475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232904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Expert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&amp; Release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2904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Physical validity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system accuracy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feedback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19072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01568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84064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66560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5029200" cy="50292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017520"/>
            <a:ext cx="3657600" cy="3657600"/>
          </a:xfrm>
          <a:prstGeom prst="ellipse">
            <a:avLst/>
          </a:prstGeom>
          <a:solidFill>
            <a:srgbClr val="00C2A8">
              <a:alpha val="11000"/>
            </a:srgbClr>
          </a:solidFill>
          <a:ln w="12700">
            <a:solidFill>
              <a:srgbClr val="00C2A8">
                <a:alpha val="1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AFM Journal Search Tool v2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19456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A standalone research tool powered by a single HTML file.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Opens instantly in any browser — no installation needed. Share with anyone via one file.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7004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 HTML File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No install required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Runs instantly in browser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5176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6700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Works Offline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7977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All features available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without internet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700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861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Auto-Search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2861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CrossRef + Unpaywall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auto metadata fetch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4944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700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 Sharing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7745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Send via email or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messenger directly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Key Features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 Key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Keywords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30 presets + custom add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Search Filters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Year · IF · Citation criteria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54864" cy="14173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E"/>
                </a:solidFill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DB Search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 DBs auto URL + Sci-Hub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Auto Registration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+ Unpaywall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70632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Manual Register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DOI auto-fill + manual entry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770632"/>
            <a:ext cx="54864" cy="14173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4FA8"/>
                </a:solidFill>
              </a:rPr>
              <a:t>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3347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Journal List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3347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Sort · select · statistics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770632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⑦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8231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ZIP Export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 file types + PDF batch DL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Auto Registration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Automatic Journal Registration Process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45720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64008"/>
          </a:xfrm>
          <a:prstGeom prst="rect">
            <a:avLst/>
          </a:prstGeom>
          <a:solidFill>
            <a:srgbClr val="185F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00200" y="2788920"/>
            <a:ext cx="274320" cy="2743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CrossRef API Search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Search top 10 journals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by relevance score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(free public API)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rgbClr val="1A7A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34840" y="2788920"/>
            <a:ext cx="274320" cy="27432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2900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Unpaywall PDF Check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2900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Verify open-access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availability for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each DOI in real-time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235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12648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234440"/>
            <a:ext cx="2560320" cy="64008"/>
          </a:xfrm>
          <a:prstGeom prst="rect">
            <a:avLst/>
          </a:prstGeom>
          <a:solidFill>
            <a:srgbClr val="E8A03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48640" cy="548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269480" y="2788920"/>
            <a:ext cx="274320" cy="27432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26" name="Text 21"/>
          <p:cNvSpPr/>
          <p:nvPr/>
        </p:nvSpPr>
        <p:spPr>
          <a:xfrm>
            <a:off x="72694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6364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Auto Register &amp; Save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6364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Auto-register PDF journals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Auto-fill metadata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Include PDF in ZIP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46542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⚡  Just enter your email to use both CrossRef + Unpaywall simultaneously — no API key needed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2" name="Text 2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Quality Score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Automatic Journal Quality Scoring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Score = IF + Citations + Equations + Bonus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Citations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39696"/>
            <a:ext cx="1426464" cy="20116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40pts  ·  500+ = max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Impact Factor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52928"/>
            <a:ext cx="1069848" cy="2011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30pts  ·  IF ≥ 20 = max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Equations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66160"/>
            <a:ext cx="713232" cy="20116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85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20pts  ·  20+ = max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Physics / Circuit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9392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279392"/>
            <a:ext cx="356616" cy="20116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98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10pts  ·  5 pts each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Score Grade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56232"/>
            <a:ext cx="64008" cy="82296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AA6E"/>
                </a:solidFill>
              </a:rPr>
              <a:t>70–100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2249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Excellent  ·  Primary reference journal for Introduction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34640"/>
            <a:ext cx="64008" cy="8229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40–69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Good  ·  Use as supplementary reference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13048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13048"/>
            <a:ext cx="64008" cy="82296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30"/>
                </a:solidFill>
              </a:rPr>
              <a:t>0–39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Review  ·  Verify further before use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How to Use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to Use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" y="1682496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50976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Open HTML 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243584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Drag &amp; drop AFM_Journal_Search_Tool_EN.html into Chrome/Edge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56232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20240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" y="2395728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Select Keywords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956816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Click preset keywords or add custom keywords manually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9464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33472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" y="3108960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26609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Run Auto 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670048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Enter email → click 'Start Auto Search' → CrossRef + Unpaywall API runs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82696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346704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" y="3822192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" y="3374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6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Register PDF Journals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383280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Bulk register journals with PDF access or register individually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995928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059936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" y="4087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Download ZIP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4096512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Enter mode name → click ZIP button — download PDF + 6 file types at once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ZIP 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ZIP Output Files Detail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536192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journals.json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Full journal metadata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(IF · citations · score · PDF URL)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88720"/>
            <a:ext cx="64008" cy="15361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report.html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Browser-viewable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journal quality report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188720"/>
            <a:ext cx="64008" cy="153619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keywords.txt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Keyword list and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full search query string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12864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188720"/>
            <a:ext cx="64008" cy="153619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7456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search_links.txt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77456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Auto-generated search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URLs for 6 databases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64008" cy="1536192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intro_template.md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Chapter 1 Introduction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Markdown draft (with equations)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87168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87168" y="2926080"/>
            <a:ext cx="64008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review_checklist.md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Expert review checklist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for AFM specialists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0016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926080"/>
            <a:ext cx="64008" cy="15361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3" name="Shape 41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4" name="Text 42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PDF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pdf/ (folder)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Auto-downloaded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open-access PDFs folder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4114800" cy="41148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Next Revision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Upcoming Version Roadmap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237744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1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3619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 Journal Grading Rules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Differentiate equation weight by type (basic vs. core physics equations)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Add field relevance index (auto-detect AFM topic alignment)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Citation context analysis — distinguish core vs. incidental citations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Tiered Impact Factor scoring with finer grade intervals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Recency index — incorporate recent 5-year citation ratio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3619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737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AI-Assisted Introduction Drafting from Registered Journals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737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Auto-extract key sentences and summaries from registered journals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Map content to the existing Introduction section structure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Auto-map equations and references and generate draft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User review → feedback → regeneration workflow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Export final draft as Markdown or Word document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  ·  v3 Coming Soon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Journal Search Tool v2 — Introduction</dc:title>
  <dc:subject>PptxGenJS Presentation</dc:subject>
  <dc:creator>Park Systems</dc:creator>
  <cp:lastModifiedBy>Park Systems</cp:lastModifiedBy>
  <cp:revision>1</cp:revision>
  <dcterms:created xsi:type="dcterms:W3CDTF">2026-05-21T09:29:15Z</dcterms:created>
  <dcterms:modified xsi:type="dcterms:W3CDTF">2026-05-21T09:29:15Z</dcterms:modified>
</cp:coreProperties>
</file>